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3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21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46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068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84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011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92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004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88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21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78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49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6E3D2-70AC-4440-A43D-16508729F170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2654-6411-4C96-9764-3DB912626C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709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480" y="1200736"/>
            <a:ext cx="1277956" cy="127795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444" y="1101078"/>
            <a:ext cx="1642835" cy="145271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64" y="3954327"/>
            <a:ext cx="1346852" cy="118691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67" y="3849366"/>
            <a:ext cx="1502588" cy="137097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353" y="3784701"/>
            <a:ext cx="1382322" cy="148437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357" y="1213312"/>
            <a:ext cx="1346721" cy="135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2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985" y="3049659"/>
            <a:ext cx="820899" cy="8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038" y="2926080"/>
            <a:ext cx="888316" cy="89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7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450" y="2687541"/>
            <a:ext cx="1055280" cy="93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855" y="3132813"/>
            <a:ext cx="865154" cy="76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6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817" y="3085106"/>
            <a:ext cx="965192" cy="88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9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82" y="2997641"/>
            <a:ext cx="887939" cy="95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5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Chris Arnault</dc:creator>
  <cp:lastModifiedBy>Chris Arnault</cp:lastModifiedBy>
  <cp:revision>5</cp:revision>
  <dcterms:created xsi:type="dcterms:W3CDTF">2026-03-02T16:10:20Z</dcterms:created>
  <dcterms:modified xsi:type="dcterms:W3CDTF">2026-03-02T17:22:00Z</dcterms:modified>
</cp:coreProperties>
</file>