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3" r:id="rId2"/>
    <p:sldId id="264" r:id="rId3"/>
    <p:sldId id="257" r:id="rId4"/>
    <p:sldId id="258" r:id="rId5"/>
    <p:sldId id="259" r:id="rId6"/>
    <p:sldId id="260" r:id="rId7"/>
    <p:sldId id="262" r:id="rId8"/>
    <p:sldId id="261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43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0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36E3D2-70AC-4440-A43D-16508729F17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12654-6411-4C96-9764-3DB912626CC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72111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36E3D2-70AC-4440-A43D-16508729F17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12654-6411-4C96-9764-3DB912626CC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469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36E3D2-70AC-4440-A43D-16508729F17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12654-6411-4C96-9764-3DB912626CC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360689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36E3D2-70AC-4440-A43D-16508729F17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12654-6411-4C96-9764-3DB912626CC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28431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36E3D2-70AC-4440-A43D-16508729F17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12654-6411-4C96-9764-3DB912626CC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80112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36E3D2-70AC-4440-A43D-16508729F17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12654-6411-4C96-9764-3DB912626CC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99271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36E3D2-70AC-4440-A43D-16508729F17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12654-6411-4C96-9764-3DB912626CC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0046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36E3D2-70AC-4440-A43D-16508729F17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12654-6411-4C96-9764-3DB912626CC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884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36E3D2-70AC-4440-A43D-16508729F17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12654-6411-4C96-9764-3DB912626CC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02145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36E3D2-70AC-4440-A43D-16508729F17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12654-6411-4C96-9764-3DB912626CC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87804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36E3D2-70AC-4440-A43D-16508729F17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12654-6411-4C96-9764-3DB912626CC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42498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36E3D2-70AC-4440-A43D-16508729F17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A12654-6411-4C96-9764-3DB912626CC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67095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5354" y="1192715"/>
            <a:ext cx="1476260" cy="1476260"/>
          </a:xfrm>
          <a:prstGeom prst="rect">
            <a:avLst/>
          </a:prstGeom>
        </p:spPr>
      </p:pic>
      <p:pic>
        <p:nvPicPr>
          <p:cNvPr id="4" name="Imag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1644" y="1149205"/>
            <a:ext cx="1897758" cy="1678137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0963" y="3954327"/>
            <a:ext cx="1555847" cy="1371090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6266" y="3849366"/>
            <a:ext cx="1735749" cy="1583713"/>
          </a:xfrm>
          <a:prstGeom prst="rect">
            <a:avLst/>
          </a:prstGeom>
        </p:spPr>
      </p:pic>
      <p:pic>
        <p:nvPicPr>
          <p:cNvPr id="7" name="Image 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0352" y="3784700"/>
            <a:ext cx="1596821" cy="1714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43263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233" y="2409070"/>
            <a:ext cx="1653484" cy="1657701"/>
          </a:xfrm>
          <a:prstGeom prst="rect">
            <a:avLst/>
          </a:prstGeom>
        </p:spPr>
      </p:pic>
      <p:pic>
        <p:nvPicPr>
          <p:cNvPr id="3" name="Imag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4136" y="2366210"/>
            <a:ext cx="1687229" cy="1699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27518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1985" y="3049659"/>
            <a:ext cx="820899" cy="820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028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6038" y="2926080"/>
            <a:ext cx="888316" cy="895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176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7450" y="2687541"/>
            <a:ext cx="1055280" cy="933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5925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3855" y="3132813"/>
            <a:ext cx="865154" cy="762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26610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1817" y="3085106"/>
            <a:ext cx="965192" cy="88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8998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6882" y="2997641"/>
            <a:ext cx="887939" cy="953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4531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0</Words>
  <Application>Microsoft Office PowerPoint</Application>
  <PresentationFormat>Grand écran</PresentationFormat>
  <Paragraphs>0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Chris Arnault</dc:creator>
  <cp:lastModifiedBy>Chris Arnault</cp:lastModifiedBy>
  <cp:revision>7</cp:revision>
  <dcterms:created xsi:type="dcterms:W3CDTF">2026-03-02T16:10:20Z</dcterms:created>
  <dcterms:modified xsi:type="dcterms:W3CDTF">2026-03-06T07:00:55Z</dcterms:modified>
</cp:coreProperties>
</file>